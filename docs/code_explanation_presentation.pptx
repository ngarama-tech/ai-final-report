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1732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Arial"/>
              </a:rPr>
              <a:t>Source Code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241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222222"/>
                </a:solidFill>
                <a:latin typeface="Arial"/>
              </a:rPr>
              <a:t>AI-final-report: ChinaXiv-style survey paper reproducibility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0"/>
            <a:ext cx="10241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595959"/>
                </a:solidFill>
                <a:latin typeface="Arial"/>
              </a:rPr>
              <a:t>Presenter: ISSA ISSA RASHID | Repository: https://github.com/IssaIssa-tech/AI-final-report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1. What the Code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The code supports reproducibility for a survey paper, not model training.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Validates that all citations in paper.md exist in references.bib.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Generates Markdown taxonomy tables from CSV source data.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Generates academic grayscale figures from the taxonomy CSV files.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Formats the manuscript into ChinaXiv-style Markdown and Word files.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Compares the final PDF layout against the provided ChinaXiv sample.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python scripts/validate_references.py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scripts/generate_tables.py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scripts/generate_figures.py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scripts/format_chinaxiv.py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scripts/compare_chinaxiv_layout.py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2. Reproducible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Each output is generated from editable source files.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2651760" cy="219456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Inputs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paper.md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references.bib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model_taxonomy.csv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benchmark_taxonomy.csv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39" y="1508760"/>
            <a:ext cx="2651760" cy="219456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Validation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validate_references.py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checks citation keys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prevents missing references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0759" y="1508760"/>
            <a:ext cx="2651760" cy="219456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Generation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generate_tables.py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generate_figures.py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format_chinaxiv.py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1508760"/>
            <a:ext cx="2651760" cy="219456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Outputs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paper_chinaxiv.md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paper_chinaxiv.docx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final PDF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comparison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5196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Main defense point: the paper is reproducible because its tables, figures, citations, and formatting can be regenerated.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The scripts do not invent experimental scores; they transform and verify documented survey materials.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3. validate_references.py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Purpose: make sure every cited paper has a bibliography entry.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Reads paper/paper.md and paper/references.bib.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Uses regular expressions to find citation keys like [@radford2021clip].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Uses another regular expression to extract BibTeX keys from references.bib.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Fails with exit code 1 if a cited key is missing.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Current check: 42 citation keys and 42 bibliography entries.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CITATION_PATTERN = re.compile(r"\[@([A-Za-z0-9:_-]+)\]")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BIBKEY_PATTERN = re.compile(r"@\w+\{([^,]+),")</a:t>
            </a:r>
            <a:br/>
            <a:br/>
            <a:r>
              <a:rPr sz="1000">
                <a:solidFill>
                  <a:srgbClr val="282828"/>
                </a:solidFill>
                <a:latin typeface="Consolas"/>
              </a:rPr>
              <a:t>missing = sorted(cited_keys - bib_keys)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if missing: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    raise SystemExit(1)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4. generate_tables.py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Purpose: regenerate survey tables from CSV files.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Inputs are structured CSV files in paper/tables/.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The script uses Python csv.DictReader instead of manual string parsing.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Outputs Markdown tables to results/tables/.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This makes table updates auditable: edit CSV, rerun script, compare output.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for csv_path in sorted(PAPER_TABLES.glob("*.csv")):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    rows = read_csv(csv_path)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    output_path = RESULT_TABLES / f"{csv_path.stem}.md"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    write_markdown_table(rows, output_path)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5. generate_figures.py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Purpose: draw standard academic charts from survey metadata.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Reads the model and benchmark CSV files.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Counts representative items by publication year using Counter.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Creates grayscale, print-friendly charts with Matplotlib.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Saves 300 DPI images into paper/figures/.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The charts are based on transparent metadata, not fabricated experiment results.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counts = Counter(row["year"] for row in rows)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years = sorted(counts)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values = [counts[year] for year in years]</a:t>
            </a:r>
            <a:br/>
            <a:br/>
            <a:r>
              <a:rPr sz="1000">
                <a:solidFill>
                  <a:srgbClr val="282828"/>
                </a:solidFill>
                <a:latin typeface="Consolas"/>
              </a:rPr>
              <a:t>plt.savefig(FIG_DIR / "model_timeline.png", dpi=300)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6. format_chinaxiv.py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Purpose: produce the final ChinaXiv-style manuscript files.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Converts draft citation keys into numbered citations.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Formats references in a GB/T 7714-like numbered style.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Inserts compact taxonomy tables and generated figures.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Creates paper_chinaxiv.md and paper_chinaxiv.docx.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Sets Letter page size, narrow margins, 10 pt body text, 12 pt headings, and a footer rule.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order = citation_order(original)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text = replace_citations(original, order)</a:t>
            </a:r>
            <a:br/>
            <a:br/>
            <a:r>
              <a:rPr sz="1000">
                <a:solidFill>
                  <a:srgbClr val="282828"/>
                </a:solidFill>
                <a:latin typeface="Consolas"/>
              </a:rPr>
              <a:t>section.page_width = Cm(21.59)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section.page_height = Cm(27.94)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set_paragraph_top_border(footer)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7. compare_chinaxiv_layout.py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Purpose: compare final PDF layout with the ChinaXiv sample.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Uses PyMuPDF to read PDF page dimensions, text boxes, font sizes, and fonts.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Compares the provided sample against the final PDF.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Writes docs/chinaxiv_sample_comparison.md.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Verified page size: 612 x 792 pt, matching the sample.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Verified side margins are close to the sample: about 133 pt.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doc = fitz.open(path)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page_width_pt = round(page.rect.width, 1)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left = min(span["bbox"][0] for span in spans)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right = width - max(span["bbox"][2] for span in spans)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8. Why There Is No Training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This is an important defense answer.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The project is a survey paper, not an original model-training experiment.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Adding fake training or fake benchmark numbers would violate the paper instructions.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The included code supports reproducibility of the survey artifacts.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If original experiments are added later, src/training, src/evaluation, and configs must be expanded with real model code, seeds, logs, and hardware details.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9. Repository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Where to find the code and outputs.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7472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scripts/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all executable reproducibility scripts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formatting, figures, tables,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34440"/>
            <a:ext cx="347472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paper/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paper.md source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references.bib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final DOCX/PDF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tables and figures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234440"/>
            <a:ext cx="347472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src/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reserved package structure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models, preprocessing, training, evaluation, inference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54680"/>
            <a:ext cx="3474720" cy="141732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docs/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layout comparison report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this PowerPoint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154680"/>
            <a:ext cx="3474720" cy="141732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configs/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literature_review.yaml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paper metadata and policy flags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3154680"/>
            <a:ext cx="3474720" cy="141732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environment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requirements.txt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environment.yml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reproducible dependencies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10. Likely Questions and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Use these short answers in your defense.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What programming language did you use?</a:t>
            </a:r>
            <a:br/>
            <a:r>
              <a:t>A: Python. The scripts use python-docx, matplotlib, PyMuPDF, csv, pathlib, and regular expressions.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What is the most important script?</a:t>
            </a:r>
            <a:br/>
            <a:r>
              <a:t>A: format_chinaxiv.py, because it converts the draft into the final ChinaXiv-style manuscript.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How did you avoid fake references?</a:t>
            </a:r>
            <a:br/>
            <a:r>
              <a:t>A: validate_references.py checks that every citation key in paper.md exists in references.bib.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Are the figures real?</a:t>
            </a:r>
            <a:br/>
            <a:r>
              <a:t>A: Yes. They are generated from the model and benchmark taxonomy CSV files, not invented results.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11. More Defense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Answers for reproducibility and limitations.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Why did you not train an MLLM?</a:t>
            </a:r>
            <a:br/>
            <a:r>
              <a:t>A: The assignment output is a survey paper. Training would require datasets, model checkpoints, compute logs, seeds, and executed results.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How can another person reproduce your outputs?</a:t>
            </a:r>
            <a:br/>
            <a:r>
              <a:t>A: Install requirements, then run validate_references.py, generate_tables.py, generate_figures.py, format_chinaxiv.py, and compare_chinaxiv_layout.py.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What did the layout comparison check?</a:t>
            </a:r>
            <a:br/>
            <a:r>
              <a:t>A: Page size, approximate margins, font sizes, and common PDF fonts against the provided ChinaXiv sample.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What is the GitHub link?</a:t>
            </a:r>
            <a:br/>
            <a:r>
              <a:t>A: https://github.com/IssaIssa-tech/AI-final-report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12. Commands to Demonstrate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These commands prove the source code is usable.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10698480" cy="420624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pip install -r requirements.txt</a:t>
            </a:r>
            <a:br/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scripts/validate_references.py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scripts/generate_tables.py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scripts/generate_figures.py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scripts/format_chinaxiv.py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scripts/compare_chinaxiv_layout.py</a:t>
            </a:r>
            <a:br/>
            <a:br/>
            <a:r>
              <a:rPr sz="1000">
                <a:solidFill>
                  <a:srgbClr val="282828"/>
                </a:solidFill>
                <a:latin typeface="Consolas"/>
              </a:rPr>
              <a:t>git log --oneline 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Arial"/>
              </a:rPr>
              <a:t>Expected validation result: 42 citation keys, 42 bibliography entries, reference validation passed.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13. Final Defense Message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One clear statement to finish with.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Arial"/>
              </a:rPr>
              <a:t>This codebase does not claim artificial training results.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Arial"/>
              </a:rPr>
              <a:t>It makes the survey reproducible by generating and checking the bibliography, tables, figures, formatting, and layout comparison.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Arial"/>
              </a:rPr>
              <a:t>The final paper, source code, figures, and validation scripts are available in the GitHub repository.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
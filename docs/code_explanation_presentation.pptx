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F4E79"/>
                </a:solidFill>
                <a:latin typeface="Arial"/>
              </a:rPr>
              <a:t>Source Code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146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222222"/>
                </a:solidFill>
                <a:latin typeface="Arial"/>
              </a:rPr>
              <a:t>AI-final-report: ChinaXiv-style survey paper reproducibility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Arial"/>
              </a:rPr>
              <a:t>Presenter: ISSA ISSA RASHID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1. What the Code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The code supports reproducibility for a survey paper, not model training.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Validates that all citations in paper.md exist in references.bib.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Generates Markdown taxonomy tables from CSV source data.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Generates academic grayscale figures from the taxonomy CSV files.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Formats the manuscript into ChinaXiv-style Markdown and Word files.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Exports the final Markdown and Word submission files.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34440"/>
            <a:ext cx="512064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Consolas"/>
              </a:rPr>
              <a:t>python scripts/validate_references.py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python scripts/generate_tables.py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python scripts/generate_figures.py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python scripts/format_chinaxiv.py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2. Reproducible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Each output is generated from editable source files.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2651760" cy="219456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Inputs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paper.md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references.bib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model_taxonomy.csv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benchmark_taxonomy.csv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39" y="1508760"/>
            <a:ext cx="2651760" cy="219456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Validation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validate_references.py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checks citation keys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prevents missing references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59" y="1508760"/>
            <a:ext cx="2651760" cy="219456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Generation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generate_tables.py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generate_figures.py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format_chinaxiv.py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1508760"/>
            <a:ext cx="2651760" cy="219456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Outputs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Survey_Multimodal_Intelligence_ISSA_25SF51115.md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final DOCX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final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Main defense point: the paper is reproducible because its tables, figures, citations, and formatting can be regenerated.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The scripts do not invent experimental scores; they transform and verify documented survey materials.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3. validate_references.py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Purpose: make sure every cited paper has a bibliography entry.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Reads paper/paper.md and paper/references.bib.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Uses regular expressions to find citation keys like [@radford2021clip].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Uses another regular expression to extract BibTeX keys from references.bib.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Fails with exit code 1 if a cited key is missing.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Current check: 68 citation keys and 68 bibliography entries.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34440"/>
            <a:ext cx="512064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Consolas"/>
              </a:rPr>
              <a:t>CITATION_PATTERN = re.compile(r"\[@([A-Za-z0-9:_-]+)\]")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BIBKEY_PATTERN = re.compile(r"@\w+\{([^,]+),")</a:t>
            </a:r>
            <a:br/>
            <a:br/>
            <a:r>
              <a:rPr sz="1000">
                <a:solidFill>
                  <a:srgbClr val="282828"/>
                </a:solidFill>
                <a:latin typeface="Consolas"/>
              </a:rPr>
              <a:t>missing = sorted(cited_keys - bib_keys)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if missing: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    raise SystemExit(1)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4. generate_tables.py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Purpose: regenerate survey tables from CSV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Inputs are structured CSV files in paper/tables/.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The script uses Python csv.DictReader instead of manual string parsing.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Outputs Markdown tables to results/tables/.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This makes table updates auditable: edit CSV, rerun script, compare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34440"/>
            <a:ext cx="512064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Consolas"/>
              </a:rPr>
              <a:t>for csv_path in sorted(PAPER_TABLES.glob("*.csv")):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    rows = read_csv(csv_path)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    output_path = RESULT_TABLES / f"{csv_path.stem}.md"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    write_markdown_table(rows, output_path)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5. generate_figures.py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Purpose: draw standard academic charts from survey metadata.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Reads the model and benchmark CSV files.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Counts representative items by publication year using Counter.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Creates grayscale, print-friendly charts with Matplotlib.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Saves 300 DPI images into paper/figures/.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The charts are based on transparent metadata, not fabricated experiment results.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34440"/>
            <a:ext cx="512064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Consolas"/>
              </a:rPr>
              <a:t>counts = Counter(row["year"] for row in rows)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years = sorted(counts)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values = [counts[year] for year in years]</a:t>
            </a:r>
            <a:br/>
            <a:br/>
            <a:r>
              <a:rPr sz="1000">
                <a:solidFill>
                  <a:srgbClr val="282828"/>
                </a:solidFill>
                <a:latin typeface="Consolas"/>
              </a:rPr>
              <a:t>plt.savefig(FIG_DIR / "figure3_timeline_models.png", dpi=300)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6. format_chinaxiv.py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Purpose: produce the final ChinaXiv-style manuscript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Converts draft citation keys into numbered citations.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Formats references in a GB/T 7714-like numbered style.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Inserts compact taxonomy tables and generated figures.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Creates Survey_Multimodal_Intelligence_ISSA_25SF51115.md and .docx.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Sets A4 page size, 2.5 cm margins, 10 pt body text, bold headings, 1.5 line spacing, and a footer rule with centered page number.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34440"/>
            <a:ext cx="512064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Consolas"/>
              </a:rPr>
              <a:t>order = citation_order(original)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text = replace_citations(original, order)</a:t>
            </a:r>
            <a:br/>
            <a:br/>
            <a:r>
              <a:rPr sz="1000">
                <a:solidFill>
                  <a:srgbClr val="282828"/>
                </a:solidFill>
                <a:latin typeface="Consolas"/>
              </a:rPr>
              <a:t>section.page_width = Cm(21)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section.page_height = Cm(29.7)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section.left_margin = Cm(2.5)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set_paragraph_top_border(footer)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7. Final Output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Purpose: explain what the formatter produces.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The formatter writes the final Markdown and Word files.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The final PDF is exported from the generated Word document.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Output filenames include the paper topic, author name, and student ID.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The paper keeps A4 page size, 2.5 cm margins, figure captions, source notes, and page numbers.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34440"/>
            <a:ext cx="512064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Consolas"/>
              </a:rPr>
              <a:t>OUT_MD = ROOT / "paper" / "Survey_Multimodal_Intelligence_ISSA_25SF51115.md"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OUT_DOCX = ROOT / "paper" / "Survey_Multimodal_Intelligence_ISSA_25SF51115.docx"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8. Why There Is No Training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This is an important defense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Arial"/>
              </a:rPr>
              <a:t>The project is a survey paper, not an original model-training experiment.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Arial"/>
              </a:rPr>
              <a:t>Adding fake training or fake benchmark numbers would violate the paper instructions.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Arial"/>
              </a:rPr>
              <a:t>The included code supports reproducibility of the survey artifacts.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Arial"/>
              </a:rPr>
              <a:t>If original experiments are added later, src/training, src/evaluation, and configs must be expanded with real model code, seeds, logs, and hardware details.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9. Repository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Where to find the code and outputs.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74720" cy="155448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scripts/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all executable reproducibility scripts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formatting, figures, tables,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34440"/>
            <a:ext cx="3474720" cy="155448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paper/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paper.md source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references.bib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final DOCX/PDF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tables and figures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234440"/>
            <a:ext cx="3474720" cy="155448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src/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reserved package structure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models, preprocessing, training, evaluation, 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54680"/>
            <a:ext cx="3474720" cy="141732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docs/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layout comparison report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this PowerPoint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154680"/>
            <a:ext cx="3474720" cy="141732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configs/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literature_review.yaml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paper metadata and policy flags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154680"/>
            <a:ext cx="3474720" cy="141732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environment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requirements.txt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environment.yml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reproducible dependencies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10. Likely Questions and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Use these short answers in your defense.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Q: What programming language did you use?</a:t>
            </a:r>
            <a:br/>
            <a:r>
              <a:t>A: Python. The scripts use python-docx, matplotlib, PyMuPDF, csv, pathlib, and regular expressions.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Q: What is the most important script?</a:t>
            </a:r>
            <a:br/>
            <a:r>
              <a:t>A: format_chinaxiv.py, because it converts the draft into the final ChinaXiv-style manuscript.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Q: How did you avoid fake references?</a:t>
            </a:r>
            <a:br/>
            <a:r>
              <a:t>A: validate_references.py checks that every citation key in paper.md exists in references.bib.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Q: Are the figures real?</a:t>
            </a:r>
            <a:br/>
            <a:r>
              <a:t>A: Yes. They are generated from the model and benchmark taxonomy CSV files, not invented results.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11. More Defense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Answers for reproducibility and limitations.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Q: Why did you not train an MLLM?</a:t>
            </a:r>
            <a:br/>
            <a:r>
              <a:t>A: The assignment output is a survey paper. Training would require datasets, model checkpoints, compute logs, seeds, and executed results.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Q: How can another person reproduce your outputs?</a:t>
            </a:r>
            <a:br/>
            <a:r>
              <a:t>A: Install requirements, then run validate_references.py, generate_tables.py, generate_figures.py, and format_chinaxiv.py.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Q: What are the final output files?</a:t>
            </a:r>
            <a:br/>
            <a:r>
              <a:t>A: The final Markdown, DOCX, and PDF use the Survey_Multimodal_Intelligence_ISSA_25SF51115 filename.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Q: Where is the source-code link?</a:t>
            </a:r>
            <a:br/>
            <a:r>
              <a:t>A: It is included in the final paper's Code Availability section.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12. Commands to Demonstrate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These commands prove the source code is usable.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10698480" cy="420624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Consolas"/>
              </a:rPr>
              <a:t>pip install -r requirements.txt</a:t>
            </a:r>
            <a:br/>
            <a:br/>
            <a:r>
              <a:rPr sz="1000">
                <a:solidFill>
                  <a:srgbClr val="282828"/>
                </a:solidFill>
                <a:latin typeface="Consolas"/>
              </a:rPr>
              <a:t>python scripts/validate_references.py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python scripts/generate_tables.py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python scripts/generate_figures.py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python scripts/format_chinaxiv.py</a:t>
            </a:r>
            <a:br/>
            <a:br/>
            <a:r>
              <a:rPr sz="1000">
                <a:solidFill>
                  <a:srgbClr val="282828"/>
                </a:solidFill>
                <a:latin typeface="Consolas"/>
              </a:rPr>
              <a:t>git log --oneline 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Expected validation result: 68 citation keys, 68 bibliography entries, reference validation passed.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13. Final Defense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One clear statement to finish with.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This codebase does not claim artificial training results.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It makes the survey reproducible by generating and checking the bibliography, tables, figures, formatting, and layout comparison.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The final paper, source code, figures, and validation scripts are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